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 i="0">
                <a:solidFill>
                  <a:srgbClr val="0F2850"/>
                </a:solidFill>
                <a:latin typeface="Calibri"/>
              </a:rPr>
              <a:t>AirSeva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468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505050"/>
                </a:solidFill>
                <a:latin typeface="Calibri"/>
              </a:rPr>
              <a:t>Agentic Air Quality Health Advisory System for Indian Communities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Shreenivas S B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Dayananda Sagar University, Bangalore  |  MCA – Data Science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1M1B AI for Sustainability  ·  IBM SkillsBuild + AICTE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572000"/>
            <a:ext cx="7589520" cy="502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rIns="182880" tIns="91440"/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0F2850"/>
                </a:solidFill>
                <a:latin typeface="Calibri"/>
              </a:rPr>
              <a:t>Live App: https://airseva-4uzac5mbekkwmzvdt4rsux.streamlit.app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SDG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5120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SDG 3 — Good Health &amp; Well-Being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AirSeva delivers real-time, personalised air quality health advisories to help Indian communities — especially vulnerable groups — protect their health during high pollution periods.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5120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SDG 11 — Sustainable Cities &amp; Communities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By covering 26 Indian cities including Tier-2 and Tier-3 locations, AirSeva promotes equitable access to environmental health information, supporting more sustainable and resilient urban communities.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13716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400"/>
              </a:spcAft>
            </a:pPr>
            <a:r>
              <a:rPr sz="1600" b="0" i="1">
                <a:solidFill>
                  <a:srgbClr val="323232"/>
                </a:solidFill>
                <a:latin typeface="Calibri"/>
              </a:rPr>
              <a:t>How might we use AI to provide accessible, real-time, and location-specific air quality health advisories so that communities across India — especially vulnerable groups — can take timely precautions and become more resilient to air pollution?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Gap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300M+ Indians exposed to hazardous AQI levels annually.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Existing tools show raw AQI numbers with no health guidance.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Vulnerable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Children, elderly, asthma patients, and outdoor workers face disproportionate health risk from air pollution.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Need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 system that translates raw pollutant data into clear, personalised, actionable health advice —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AI Solution – 4-Agent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1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Data Fetcher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WAQI API + Open-Meteo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Live AQI + 7-day PM2.5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2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ML Predictor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Random Forest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Risk: Low / Moderate /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3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Advisor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IBM Granite 4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WatsonX Frankfurt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1228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4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Reporter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WHO 2021 checks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PDF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Output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Streamlit Dashboard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AQI gauge + Charts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Downloadable 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5080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20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46464"/>
                </a:solidFill>
                <a:latin typeface="Calibri"/>
              </a:rPr>
              <a:t>Stack: Python  ·  Streamlit  ·  scikit-learn  ·  IBM Granite 4 (WatsonX)  ·  WAQI API  ·  WHO 2021 Guidelines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General Public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Citizens seeking real-time AQI information and daily outdoor activity guidance.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Vulnerable Groups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Children, elderly, pregnant women, asthma/COPD patients needing cautious, tailored advisories.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ASHA Workers &amp; Health Volunteers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Frontline workers using AirSeva to counsel vulnerable households and run awareness campaigns.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Urban Local Bodies &amp; Policy Makers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Municipal teams referencing city-level AQI trends to inform public health advisories and policy.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Responsible AI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Fairness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WHO 2021 standards applied equally across all 26 cities — metro, Tier-2, and Tier-3. No metro-centric bias.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Transparency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All agent outputs (pollutant data, ML prediction, advisory) are shown explicitly. No black-box responses.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Ethics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Medical disclaimer displayed prominently. Advice framed as precautionary guidance, not medical prescription.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Privacy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No personal data collected or stored. All data is public city-level AQI from open APIs. No user tracking.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Expected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26 Indian cities covered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Metro + Tier-2 + Tier-3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Equitable health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Individual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Personalised vulnerability scoring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Actionable daily guidance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Empowers health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Community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Supports ASHA worker outreach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Informs municipal policy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Builds pollution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46464"/>
                </a:solidFill>
                <a:latin typeface="Calibri"/>
              </a:rPr>
              <a:t>Aligned with India’s national health and sustainability goals under SDG 3 and SDG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Prototype &amp;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2850"/>
                </a:solidFill>
                <a:latin typeface="Calibri"/>
              </a:rPr>
              <a:t>System Architecture — 4-Agent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53312"/>
            <a:ext cx="5486400" cy="48006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99032"/>
            <a:ext cx="5394960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005840"/>
            <a:ext cx="56967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2850"/>
                </a:solidFill>
                <a:latin typeface="Calibri"/>
              </a:rPr>
              <a:t>Live App — AirSeva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353312"/>
            <a:ext cx="5696712" cy="48006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rseva_dashboard_17823254077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99032"/>
            <a:ext cx="5605272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9107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0F2850"/>
                </a:solidFill>
                <a:latin typeface="Calibri"/>
              </a:rPr>
              <a:t>Live App: https://airseva-4uzac5mbekkwmzvdt4rsux.streamlit.app   |   GitHub: https://github.com/ShreenivasSB/AirSeva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Impact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323232"/>
                </a:solidFill>
                <a:latin typeface="Calibri"/>
              </a:rPr>
              <a:t>AirSeva empowers individuals and communities to make informed, health-conscious decisions based on real-time air quality data across 26 Indian cities. By translating raw pollutant data into clear, actionable advisories, it bridges the gap between complex environmental monitoring and everyday public health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246120"/>
            <a:ext cx="539496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Who Benefits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Citizens  ·  Vulnerable groups  ·  ASHA workers  ·  Urban local bodies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3246120"/>
            <a:ext cx="539496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What Changes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Reduced gap between AQI data and public action  ·  Proactive health behaviour  ·  Supports India’s SDG 3 + SDG 11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440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46464"/>
                </a:solidFill>
                <a:latin typeface="Calibri"/>
              </a:rPr>
              <a:t>Built with IBM Granite 4  ·  WatsonX AI  ·  Random Forest ML  ·  WAQI API  ·  WHO 2021 Standards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